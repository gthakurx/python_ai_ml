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Charts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62000">
                <a:tc>
                  <a:txBody>
                    <a:bodyPr/>
                    <a:lstStyle/>
                    <a:p>
                      <a:r>
                        <a:t>Chart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When to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Drawbacks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Distribution of continuous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Understand range, skew, spread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Bin-size sensitivity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Box 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Show outliers &amp; quartiles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Compare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Hides distribution shape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Violin 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Distribution +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Category-wise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Complex for beginners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Scatter 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Relationship between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Correlation,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Overplotting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Bubble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3-variable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 comparisons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Cluttered visuals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&amp; Time-Series Charts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143000">
                <a:tc>
                  <a:txBody>
                    <a:bodyPr/>
                    <a:lstStyle/>
                    <a:p>
                      <a:r>
                        <a:t>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When to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Drawbacks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Line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Trend over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Time-series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for categories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Area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Trend +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Cumulative 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Overlapping issues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Stacked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Part-to-whole over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Contribution trends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 mid-layer comparison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Composition Charts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914400">
                <a:tc>
                  <a:txBody>
                    <a:bodyPr/>
                    <a:lstStyle/>
                    <a:p>
                      <a:r>
                        <a:t>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When to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Drawbacks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Pie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 of whole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Few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 comparison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Donut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Improved 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Stylish 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as pie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Stacked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Category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Part-to-whole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Clutter with many parts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Treemap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Hierarchical 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Many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 precise reading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Charts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143000">
                <a:tc>
                  <a:txBody>
                    <a:bodyPr/>
                    <a:lstStyle/>
                    <a:p>
                      <a:r>
                        <a:t>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When to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Drawbacks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Heatmap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Matrix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Color misinterpretation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Pair 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Slow on large data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Radar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Multi-dimension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Skill or score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 with many axes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